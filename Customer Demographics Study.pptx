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26" y="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0" y="1891754"/>
            <a:ext cx="30861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0548" y="2396579"/>
            <a:ext cx="7230903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Customer Demographics</a:t>
            </a:r>
            <a:r>
              <a:t>
</a:t>
            </a:r>
            <a:r>
              <a:rPr sz="4200" b="1" i="0" u="none">
                <a:solidFill>
                  <a:srgbClr val="0F172A"/>
                </a:solidFill>
                <a:latin typeface="Poppins"/>
              </a:rPr>
              <a:t> Study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1372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An end-to-end analytics workflow evaluating customer behavior, income patterns, spending scores, and product preferences.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4670970"/>
            <a:ext cx="142875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670970"/>
            <a:ext cx="1171575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4670970"/>
            <a:ext cx="1476375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225" y="4756695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756695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5150" y="475669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1750"/>
            <a:ext cx="352425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71750"/>
            <a:ext cx="352425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71750"/>
            <a:ext cx="3524250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419475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1. 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800475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Inspected raw records with Pandas. Executed null checks, duplicate row removals, column standardizations, and data type verifications.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419475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2. SQL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00475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Imported cleaned datasets into SQL Server. Formulated targeted queries using aggregations, CASE age groupings, and ranking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4375" y="3419475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3. Power BI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4375" y="3800475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Designed interactive visualizations, established custom DAX measures, and configured demographic slicers for executive reporting.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86075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886075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2886075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Analytics Project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043112"/>
          <a:ext cx="11048999" cy="353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Field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Type /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Analytical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Identifier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Unique customer identifier used for distinct counting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Demographic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Customer age, segmented into 5 logical age cohorts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gender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Demographic Attribute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Gender breakdown (Male, Female, Other) for income study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income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Financial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Annual income evaluation across demographic groups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spending_score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Behavioral Index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Customer engagement &amp; spending pattern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preferred_category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Preference Categorical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Product interest (Electronics, Clothing, Sports, etc.)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533650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03487" y="2533650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72125" y="2533650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038475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03487" y="3038475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72125" y="3038475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543300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03487" y="3543300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2125" y="3543300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048125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03487" y="4048125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2125" y="4048125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552950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03487" y="4552950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72125" y="4552950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5057775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03487" y="5057775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72125" y="5057775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5562600"/>
            <a:ext cx="23319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03487" y="5562600"/>
            <a:ext cx="2668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72125" y="5562600"/>
            <a:ext cx="6048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Schema &amp; Variables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726531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Null &amp; Missing Value Validation: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Rigorous inspection confirmed zero null or missing values across all demographic attributes.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159918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Duplicate Row Elimination: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Scanned primary keys and full row combinations; verified no duplicate entries existed.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593306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Schema Standardization: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Standardized column names to lowercase snake_case and assigned exact numeric and string data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026693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Categorical Consistency Audit: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Standardized category values across gender classifications and product preference strings.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460081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Database Export: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Exported validated dataset from Pandas environment directly to SQL Server database tables.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0818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74206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07593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4098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74368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 Preparation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76250"/>
            <a:ext cx="54006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SQL Querying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8765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SQL Server Logic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52800"/>
            <a:ext cx="5286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SQL Server was utilized to answer business questions regarding average metrics, age-group comparisons, and top category preferences.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24300"/>
            <a:ext cx="5286375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Applied TOP 1 filtering for single-winner queries (e.g., age group with highest income) and CASE statements to construct dynamic age brackets (15-25, 26-35, 36-45, 46-55, 56+).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86075"/>
            <a:ext cx="3619500" cy="1847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267075"/>
            <a:ext cx="28575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38BDF8"/>
                </a:solidFill>
                <a:latin typeface="Poppins"/>
              </a:rPr>
              <a:t>1,000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124325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 SemiBold"/>
              </a:rPr>
              <a:t>Cleaned Customer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7250" y="2757487"/>
            <a:ext cx="73009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DAX Measure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0" y="3233737"/>
            <a:ext cx="6953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Key performance metrics were established in Power BI using custom DAX formulas to enable dynamic calculation across slicer selections: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0" y="3805237"/>
            <a:ext cx="6953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Total Customers: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DISTINCTCOUNT(customer_data[id])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0" y="4157662"/>
            <a:ext cx="6953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Avg Income: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AVERAGE(customer_data[income])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0" y="4510087"/>
            <a:ext cx="6953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Avg Spending Score: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AVERAGE(customer_data[spending_score])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Portfolio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957762"/>
            <a:ext cx="1104900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072062"/>
            <a:ext cx="1066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The customer base displays a balanced tri-gender distribution, ensuring demographic analysis is representative across all major customer segments.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957762"/>
            <a:ext cx="38100" cy="6858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Gender 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852987"/>
            <a:ext cx="110490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967287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Average income remains relatively steady across all age brackets (~$84k–$88k), indicating purchasing power parity across age cohorts.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852987"/>
            <a:ext cx="3810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Income by Age Cohort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43125"/>
            <a:ext cx="533400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986087"/>
            <a:ext cx="56007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Key Behavior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62312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Analysis reveals that high income does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not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directly translate to a higher spending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33812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The scatter distribution demonstrates that high-spending behavior occurs across all income tiers. Targeted marketing should decouple spending score targets from pure income thresholds.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43125"/>
            <a:ext cx="5334000" cy="333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Income vs Spending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8912"/>
            <a:ext cx="533400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8912"/>
            <a:ext cx="53340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024187"/>
            <a:ext cx="49806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oppins"/>
              </a:rPr>
              <a:t>Interactive Slicers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452812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Configured dynamic page slicers for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Gender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,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Age Group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, and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Preferred Category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24312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Allows cross-filtering across all visual charts simultaneously for deep-dive customer segment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024187"/>
            <a:ext cx="49806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oppins"/>
              </a:rPr>
              <a:t>Custom Sorting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52812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Constructed a dedicated numeric sort index column in Power BI for age brackets.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024312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Prevents default alphabetical sorting and enforces chronological sequence (15-25, 26-35, 36-45, 46-55, 56+).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Power BI Dashboard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1750"/>
            <a:ext cx="352425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71750"/>
            <a:ext cx="352425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71750"/>
            <a:ext cx="3524250" cy="247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3419475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Behavioral Targeting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800475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Prioritize spending scores over income metrics when creating customer engagement and loyalty campaign segments.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419475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Category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00475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Tailor product recommendations based on age cohort category preferences (e.g., Groceries, Electronics, Sports, Home).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4375" y="3419475"/>
            <a:ext cx="3200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Future Cohort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4375" y="3800475"/>
            <a:ext cx="3048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Lays groundwork for future advanced SQL modeling, including CTEs, Window functions, and true Customer Lifetime Value (CLV).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86075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886075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2886075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5143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Key Strategic Takeaways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47625" cy="523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642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Harshavardhan Patil</dc:creator>
  <cp:keywords/>
  <dc:description>generated using python-pptx</dc:description>
  <cp:lastModifiedBy>Harshavardhan Patil</cp:lastModifiedBy>
  <cp:revision>2</cp:revision>
  <dcterms:created xsi:type="dcterms:W3CDTF">2013-01-27T09:14:16Z</dcterms:created>
  <dcterms:modified xsi:type="dcterms:W3CDTF">2026-08-12T05:16:38Z</dcterms:modified>
  <cp:category/>
</cp:coreProperties>
</file>